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331F3-C6A6-43BF-968A-DFA17E81E40A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728BC-3CD6-40DA-96FF-E488129F1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4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728BC-3CD6-40DA-96FF-E488129F13E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73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97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18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834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20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942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911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5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348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554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24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23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6F663-4306-4B15-B6CC-F03545A55470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E8A27-A16F-4B3C-BF21-ABDAC7B4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54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2425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Super Market Sales Analysis</a:t>
            </a:r>
            <a:endParaRPr lang="en-IN" sz="3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808892"/>
            <a:ext cx="12192000" cy="604910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Objective: </a:t>
            </a:r>
            <a:endParaRPr lang="en-US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algn="l"/>
            <a:r>
              <a:rPr lang="en-US" dirty="0"/>
              <a:t>The </a:t>
            </a:r>
            <a:r>
              <a:rPr lang="en-US" b="1" dirty="0"/>
              <a:t>objectives for data analysis</a:t>
            </a:r>
            <a:r>
              <a:rPr lang="en-US" dirty="0"/>
              <a:t> in your supermarket sales project should focus on understanding patterns, trends, and opportunities to support data-driven decision-making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algn="l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Problem Statement: </a:t>
            </a:r>
          </a:p>
          <a:p>
            <a:pPr algn="l"/>
            <a:r>
              <a:rPr lang="en-US" dirty="0" smtClean="0"/>
              <a:t>Supermarket managers often struggle to optimize product placement, forecast demand, and identify high-performing products. This project aims to analyze the supermarket sales data.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 smtClean="0"/>
              <a:t>Identify the most and least popular products.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 smtClean="0"/>
              <a:t>Understand seasonal trends and peak sales periods.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 smtClean="0"/>
              <a:t>Determine the relationship between sales and customer demographics.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 smtClean="0"/>
              <a:t>Suggest ways to optimize inventory and marketing strategies.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978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096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5">
                    <a:lumMod val="50000"/>
                  </a:schemeClr>
                </a:solidFill>
              </a:rPr>
              <a:t>Insights: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Sales volume is high, but profit margins are relatively low (2.8%). Explore cost-reduction strategies or focus on high-margin products to improve profitability.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Focus on retaining high-value customers like Tamara Chand.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Investigate reasons for negative profits in certain customer interactions (e.g., discounts, returns).</a:t>
            </a:r>
          </a:p>
          <a:p>
            <a:endParaRPr lang="en-US" dirty="0" smtClean="0"/>
          </a:p>
          <a:p>
            <a:endParaRPr lang="en-IN" dirty="0" smtClean="0"/>
          </a:p>
          <a:p>
            <a:r>
              <a:rPr lang="en-IN" sz="2400" b="1" dirty="0" smtClean="0">
                <a:solidFill>
                  <a:schemeClr val="accent5">
                    <a:lumMod val="50000"/>
                  </a:schemeClr>
                </a:solidFill>
              </a:rPr>
              <a:t>Decision points: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Prioritize Technology products due to higher profitability.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Investigate ways to increase Fasteners’ profitability (e.g., price adjustment or cost optimization).</a:t>
            </a:r>
          </a:p>
          <a:p>
            <a:endParaRPr lang="en-US" dirty="0" smtClean="0"/>
          </a:p>
          <a:p>
            <a:endParaRPr lang="en-IN" dirty="0" smtClean="0"/>
          </a:p>
          <a:p>
            <a:r>
              <a:rPr lang="en-IN" sz="2400" b="1" dirty="0" smtClean="0">
                <a:solidFill>
                  <a:schemeClr val="accent5">
                    <a:lumMod val="50000"/>
                  </a:schemeClr>
                </a:solidFill>
              </a:rPr>
              <a:t>Recommendations: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smtClean="0"/>
              <a:t>Design targeted marketing campaigns to grow Corporate and Home Office segments.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smtClean="0"/>
              <a:t>Offer incentives (e.g., discounts, loyalty programs) for repeat Consumer purchases.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smtClean="0"/>
              <a:t>Investigate causes of sales declines in 2017.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smtClean="0"/>
              <a:t>Plan seasonal promotions in high-sales months (e.g., January).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smtClean="0"/>
              <a:t>Focus on increasing sales for low-performing sub-categories with higher profitability potential (e.g., Machines, Copiers).</a:t>
            </a:r>
          </a:p>
          <a:p>
            <a:endParaRPr lang="en-US" dirty="0" smtClean="0"/>
          </a:p>
          <a:p>
            <a:endParaRPr lang="en-IN" dirty="0" smtClean="0"/>
          </a:p>
          <a:p>
            <a:r>
              <a:rPr lang="en-IN" sz="2400" b="1" dirty="0" smtClean="0">
                <a:solidFill>
                  <a:schemeClr val="accent5">
                    <a:lumMod val="50000"/>
                  </a:schemeClr>
                </a:solidFill>
              </a:rPr>
              <a:t>Action Plan: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Expand operations in high-performing states and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 smtClean="0"/>
              <a:t>Analyze</a:t>
            </a:r>
            <a:r>
              <a:rPr lang="en-IN" dirty="0" smtClean="0"/>
              <a:t> underperforming regions for improvement opportunities.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2874242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12192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5">
                    <a:lumMod val="50000"/>
                  </a:schemeClr>
                </a:solidFill>
              </a:rPr>
              <a:t>Visualizations to Support Insights:</a:t>
            </a:r>
          </a:p>
          <a:p>
            <a:endParaRPr lang="en-IN" sz="2400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Trend Analysis: Line chart, Histogram for sales and profit over time (yearly and monthly trends).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Heat map for Total Quantity Sold by Sub-Category and Region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Tree Map used for Total Sales by City and State.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Scatter Plot of Total Sales vs Profit from 2014-2017.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Stem Plot for total sales &amp; profit by each region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Area chart used for sum of 'Total Sales' and 'Profit' by city.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Sunburst plot or donut chart used for customer segment (Consumer, Corporate, Home Office).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Bar chart for Average Total Sales &amp; Profit.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Pie chart used for Total Sales and Profit by Ship mode &amp; product category generates the most sales and profit.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38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387</Words>
  <Application>Microsoft Office PowerPoint</Application>
  <PresentationFormat>Widescreen</PresentationFormat>
  <Paragraphs>44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Super Market Sales Analysis</vt:lpstr>
      <vt:lpstr>PowerPoint Presentation</vt:lpstr>
      <vt:lpstr>PowerPoint Presentation</vt:lpstr>
    </vt:vector>
  </TitlesOfParts>
  <Company>HP™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Market Sales Analysis</dc:title>
  <dc:creator>Krishna Prajapati</dc:creator>
  <cp:lastModifiedBy>Krishna Prajapati</cp:lastModifiedBy>
  <cp:revision>3</cp:revision>
  <dcterms:created xsi:type="dcterms:W3CDTF">2024-12-14T18:50:25Z</dcterms:created>
  <dcterms:modified xsi:type="dcterms:W3CDTF">2024-12-27T08:46:27Z</dcterms:modified>
</cp:coreProperties>
</file>